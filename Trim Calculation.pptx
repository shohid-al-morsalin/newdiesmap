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Trim Calculation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</a:t>
            </a:r>
            <a:endParaRPr lang="en-US"/>
          </a:p>
          <a:p>
            <a:r>
              <a:rPr lang="en-US"/>
              <a:t>Yuen Lim</a:t>
            </a:r>
            <a:endParaRPr lang="en-US"/>
          </a:p>
          <a:p>
            <a:r>
              <a:rPr lang="en-US"/>
              <a:t>Nov 13, 21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Group 7"/>
          <p:cNvGrpSpPr/>
          <p:nvPr/>
        </p:nvGrpSpPr>
        <p:grpSpPr>
          <a:xfrm>
            <a:off x="3523615" y="1176020"/>
            <a:ext cx="5022850" cy="4664710"/>
            <a:chOff x="5549" y="1852"/>
            <a:chExt cx="7910" cy="7346"/>
          </a:xfrm>
        </p:grpSpPr>
        <p:sp>
          <p:nvSpPr>
            <p:cNvPr id="4" name="Oval 3"/>
            <p:cNvSpPr/>
            <p:nvPr/>
          </p:nvSpPr>
          <p:spPr>
            <a:xfrm>
              <a:off x="5884" y="1852"/>
              <a:ext cx="7335" cy="7347"/>
            </a:xfrm>
            <a:prstGeom prst="ellipse">
              <a:avLst/>
            </a:prstGeom>
            <a:noFill/>
            <a:ln w="28575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Rectangles 5"/>
            <p:cNvSpPr/>
            <p:nvPr/>
          </p:nvSpPr>
          <p:spPr>
            <a:xfrm>
              <a:off x="10837" y="2160"/>
              <a:ext cx="2622" cy="1708"/>
            </a:xfrm>
            <a:prstGeom prst="rect">
              <a:avLst/>
            </a:prstGeom>
            <a:noFill/>
            <a:ln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" name="Rectangles 9"/>
            <p:cNvSpPr/>
            <p:nvPr/>
          </p:nvSpPr>
          <p:spPr>
            <a:xfrm>
              <a:off x="10837" y="7231"/>
              <a:ext cx="2622" cy="1708"/>
            </a:xfrm>
            <a:prstGeom prst="rect">
              <a:avLst/>
            </a:prstGeom>
            <a:noFill/>
            <a:ln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1" name="Rectangles 10"/>
            <p:cNvSpPr/>
            <p:nvPr/>
          </p:nvSpPr>
          <p:spPr>
            <a:xfrm>
              <a:off x="5549" y="2160"/>
              <a:ext cx="2622" cy="1708"/>
            </a:xfrm>
            <a:prstGeom prst="rect">
              <a:avLst/>
            </a:prstGeom>
            <a:noFill/>
            <a:ln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Rectangles 11"/>
            <p:cNvSpPr/>
            <p:nvPr/>
          </p:nvSpPr>
          <p:spPr>
            <a:xfrm>
              <a:off x="5549" y="7231"/>
              <a:ext cx="2622" cy="1708"/>
            </a:xfrm>
            <a:prstGeom prst="rect">
              <a:avLst/>
            </a:prstGeom>
            <a:noFill/>
            <a:ln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>
              <a:stCxn id="4" idx="7"/>
              <a:endCxn id="4" idx="3"/>
            </p:cNvCxnSpPr>
            <p:nvPr/>
          </p:nvCxnSpPr>
          <p:spPr>
            <a:xfrm flipH="1">
              <a:off x="6958" y="2928"/>
              <a:ext cx="5187" cy="5195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4" idx="1"/>
              <a:endCxn id="4" idx="5"/>
            </p:cNvCxnSpPr>
            <p:nvPr/>
          </p:nvCxnSpPr>
          <p:spPr>
            <a:xfrm>
              <a:off x="6958" y="2928"/>
              <a:ext cx="5187" cy="5195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720090" y="982980"/>
            <a:ext cx="1965960" cy="1461770"/>
            <a:chOff x="1134" y="1548"/>
            <a:chExt cx="3096" cy="2302"/>
          </a:xfrm>
        </p:grpSpPr>
        <p:grpSp>
          <p:nvGrpSpPr>
            <p:cNvPr id="2" name="Group 1"/>
            <p:cNvGrpSpPr/>
            <p:nvPr/>
          </p:nvGrpSpPr>
          <p:grpSpPr>
            <a:xfrm>
              <a:off x="1134" y="1548"/>
              <a:ext cx="3077" cy="2262"/>
              <a:chOff x="1134" y="1548"/>
              <a:chExt cx="3077" cy="2262"/>
            </a:xfrm>
          </p:grpSpPr>
          <p:sp>
            <p:nvSpPr>
              <p:cNvPr id="16" name="Rectangles 15"/>
              <p:cNvSpPr/>
              <p:nvPr/>
            </p:nvSpPr>
            <p:spPr>
              <a:xfrm>
                <a:off x="1134" y="1548"/>
                <a:ext cx="2622" cy="1708"/>
              </a:xfrm>
              <a:prstGeom prst="rect">
                <a:avLst/>
              </a:prstGeom>
              <a:noFill/>
              <a:ln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>
                <a:off x="1152" y="1563"/>
                <a:ext cx="2" cy="224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1153" y="1555"/>
                <a:ext cx="3058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 Box 2"/>
            <p:cNvSpPr txBox="1"/>
            <p:nvPr/>
          </p:nvSpPr>
          <p:spPr>
            <a:xfrm>
              <a:off x="1157" y="3270"/>
              <a:ext cx="463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/>
                <a:t>Y</a:t>
              </a:r>
              <a:endParaRPr lang="en-US"/>
            </a:p>
          </p:txBody>
        </p:sp>
        <p:sp>
          <p:nvSpPr>
            <p:cNvPr id="5" name="Text Box 4"/>
            <p:cNvSpPr txBox="1"/>
            <p:nvPr/>
          </p:nvSpPr>
          <p:spPr>
            <a:xfrm>
              <a:off x="3756" y="1548"/>
              <a:ext cx="475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/>
                <a:t>X</a:t>
              </a:r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2875280" y="643890"/>
            <a:ext cx="6327140" cy="5677535"/>
            <a:chOff x="4528" y="1014"/>
            <a:chExt cx="9964" cy="8941"/>
          </a:xfrm>
        </p:grpSpPr>
        <p:sp>
          <p:nvSpPr>
            <p:cNvPr id="4" name="Oval 3"/>
            <p:cNvSpPr/>
            <p:nvPr/>
          </p:nvSpPr>
          <p:spPr>
            <a:xfrm>
              <a:off x="5884" y="1852"/>
              <a:ext cx="7335" cy="7347"/>
            </a:xfrm>
            <a:prstGeom prst="ellipse">
              <a:avLst/>
            </a:prstGeom>
            <a:noFill/>
            <a:ln w="28575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Rectangles 5"/>
            <p:cNvSpPr/>
            <p:nvPr/>
          </p:nvSpPr>
          <p:spPr>
            <a:xfrm>
              <a:off x="11870" y="4630"/>
              <a:ext cx="2622" cy="1708"/>
            </a:xfrm>
            <a:prstGeom prst="rect">
              <a:avLst/>
            </a:prstGeom>
            <a:noFill/>
            <a:ln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" name="Rectangles 9"/>
            <p:cNvSpPr/>
            <p:nvPr/>
          </p:nvSpPr>
          <p:spPr>
            <a:xfrm>
              <a:off x="8240" y="8247"/>
              <a:ext cx="2622" cy="1708"/>
            </a:xfrm>
            <a:prstGeom prst="rect">
              <a:avLst/>
            </a:prstGeom>
            <a:noFill/>
            <a:ln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1" name="Rectangles 10"/>
            <p:cNvSpPr/>
            <p:nvPr/>
          </p:nvSpPr>
          <p:spPr>
            <a:xfrm>
              <a:off x="8259" y="1014"/>
              <a:ext cx="2622" cy="1708"/>
            </a:xfrm>
            <a:prstGeom prst="rect">
              <a:avLst/>
            </a:prstGeom>
            <a:noFill/>
            <a:ln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Rectangles 11"/>
            <p:cNvSpPr/>
            <p:nvPr/>
          </p:nvSpPr>
          <p:spPr>
            <a:xfrm>
              <a:off x="4528" y="4631"/>
              <a:ext cx="2622" cy="1708"/>
            </a:xfrm>
            <a:prstGeom prst="rect">
              <a:avLst/>
            </a:prstGeom>
            <a:noFill/>
            <a:ln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cxnSp>
          <p:nvCxnSpPr>
            <p:cNvPr id="2" name="Straight Arrow Connector 1"/>
            <p:cNvCxnSpPr>
              <a:stCxn id="4" idx="0"/>
              <a:endCxn id="4" idx="4"/>
            </p:cNvCxnSpPr>
            <p:nvPr/>
          </p:nvCxnSpPr>
          <p:spPr>
            <a:xfrm>
              <a:off x="9552" y="1852"/>
              <a:ext cx="0" cy="7347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/>
            <p:cNvCxnSpPr>
              <a:stCxn id="4" idx="6"/>
            </p:cNvCxnSpPr>
            <p:nvPr/>
          </p:nvCxnSpPr>
          <p:spPr>
            <a:xfrm flipH="1" flipV="1">
              <a:off x="5922" y="5443"/>
              <a:ext cx="7297" cy="83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Presentation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Trim Calculation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yuenl</cp:lastModifiedBy>
  <cp:revision>5</cp:revision>
  <dcterms:created xsi:type="dcterms:W3CDTF">2021-11-14T00:51:00Z</dcterms:created>
  <dcterms:modified xsi:type="dcterms:W3CDTF">2021-11-14T19:01:39Z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BAF67A2667714E71A923108C07C32844</vt:lpwstr>
  </property>
  <property fmtid="{D5CDD505-2E9C-101B-9397-08002B2CF9AE}" pid="3" name="KSOProductBuildVer">
    <vt:lpwstr>1033-11.2.0.10351</vt:lpwstr>
  </property>
</Properties>
</file>